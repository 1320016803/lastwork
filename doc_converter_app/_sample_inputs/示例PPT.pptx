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演示文稿示例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副标题：PPT to Markdown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第二页 · 要点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要点一</a:t>
            </a:r>
          </a:p>
          <a:p>
            <a:r>
              <a:t>要点二</a:t>
            </a:r>
          </a:p>
          <a:p>
            <a:r>
              <a:t>要点三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第三页 · 表格示例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609600">
                <a:tc>
                  <a:txBody>
                    <a:bodyPr/>
                    <a:lstStyle/>
                    <a:p>
                      <a:r>
                        <a:t>列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列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列 C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(1,0)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(1,1)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(1,2)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(2,0)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(2,1)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(2,2)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